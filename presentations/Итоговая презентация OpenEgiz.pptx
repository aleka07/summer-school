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20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DE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летней школы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23957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04088" y="3291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идеи цифрового двойника до данных, dashboards, ML и 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214884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90688" y="2404872"/>
            <a:ext cx="3182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-&gt; MQTT -&gt; twin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 -&gt; Influx -&gt; Grafana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 -&gt; 3D / ML / 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2148840"/>
            <a:ext cx="82296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6144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School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собрали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отдельные упражнения, а одну связанную систему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063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025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5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</a:rPr>
              <a:t>Инфраструктура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2359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VPS или локальная VM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063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0025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3892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</a:rPr>
              <a:t>Платформа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38928" y="2359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OpenEgiz + Kubernetes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828800"/>
            <a:ext cx="3063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20025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4224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</a:rPr>
              <a:t>Twin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42248" y="2359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первый цифровой двойник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429000"/>
            <a:ext cx="3063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6027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36118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</a:rPr>
              <a:t>Данные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35608" y="39593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MQTT, генераторы, внешний источник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3429000"/>
            <a:ext cx="3063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6027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38928" y="36118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</a:rPr>
              <a:t>Визуализация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38928" y="39593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Grafana, 3D, 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3429000"/>
            <a:ext cx="3063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36027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42248" y="36118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A21"/>
                </a:solidFill>
              </a:rPr>
              <a:t>ML слой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42248" y="39593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prediction, anomaly,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посмотрели готовый результат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зашли в OpenEgiz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посмотрели dashboards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открыли 3D-сцену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разобрали, что такое twin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Pasted image 20260409102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030362"/>
            <a:ext cx="5440680" cy="33367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Подготовили место, где будет жить платформа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создали VPS или локальную VM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настроили доступ по SSH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открыли нужные порты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проверили apt и git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{394B01D2-4023-4D8B-B8B3-AB0EF483C807}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5008" y="1572768"/>
            <a:ext cx="4232183" cy="42519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Развернули OpenEgiz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поставили Docker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подняли k3s Kubernetes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установили Helm и make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запустили make install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tg_image_4552532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118794"/>
            <a:ext cx="5440680" cy="315990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Создали первый цифровой двойник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создали twin лампочки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описали features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запустили генератор данных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проверили обновление через Ditto API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Pasted image 202604091034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030362"/>
            <a:ext cx="5440680" cy="33367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поток данных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Вот эта логика повторялась почти во всех следующих заданиях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41248" y="1874520"/>
            <a:ext cx="4297680" cy="2514600"/>
          </a:xfrm>
          <a:prstGeom prst="roundRect">
            <a:avLst>
              <a:gd name="adj" fmla="val 2909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130552"/>
            <a:ext cx="37307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 / device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MQTT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Ditto twin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InfluxDB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Grafana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1874520"/>
            <a:ext cx="82296" cy="2514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2066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16168" y="1993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 отправляет состояние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6151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6168" y="2542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хранит актуальный twin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31638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6168" y="3090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 хранит историю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37124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3639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показывает графики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5-6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Сделали 3D-сцену для цифрового двойника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создали сцену в Unity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добавили модель лампы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научили сцену читать данные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собрали WebGL build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Pasted image 202604291105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021987"/>
            <a:ext cx="5440680" cy="335352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7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Подключили внешний источник данных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взяли public MQTT feed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сделали bridge script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записали данные в twin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показали идею: ваш источник -&gt; ваш двойник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Pasted image 202604291644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181279"/>
            <a:ext cx="5440680" cy="30349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8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Собрали dashboards в Grafana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 панели для текущих значений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для истории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для состояния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 стала частью twin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Pasted image 202604091031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030362"/>
            <a:ext cx="5440680" cy="33367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9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Добавили ML слой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service читает текущие данные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780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 prediction и anomaly score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35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пишет результат в twin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Grafana хранит историю в Influx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53328" y="1545336"/>
            <a:ext cx="549554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3" name="Image 0" descr="/Users/aleka/Documents/Obsidian Vault/Summer school/png/Pasted image 202604091031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030362"/>
            <a:ext cx="5440680" cy="33367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в нашей архитектуре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“магия”, а еще один источник состояния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874520"/>
            <a:ext cx="4617720" cy="2514600"/>
          </a:xfrm>
          <a:prstGeom prst="roundRect">
            <a:avLst>
              <a:gd name="adj" fmla="val 2909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130552"/>
            <a:ext cx="4050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ML 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anomaly score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health status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82296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89320" y="1874520"/>
            <a:ext cx="4617720" cy="2514600"/>
          </a:xfrm>
          <a:prstGeom prst="roundRect">
            <a:avLst>
              <a:gd name="adj" fmla="val 2909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2130552"/>
            <a:ext cx="4050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Ditto /features/ml_*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Influx solar_ml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Grafana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874520"/>
            <a:ext cx="82296" cy="2514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51023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A21"/>
                </a:solidFill>
              </a:rPr>
              <a:t>Идея: twin хранит не только фактические данные, но и аналитическое состояние объекта.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10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Показали twin через AR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94767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открыли AR-страницу в браузере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9808" y="247802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404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камера видит marker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9808" y="300837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935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появляется 3D лампа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9808" y="353872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4655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берет данные из OpenEgiz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897880" y="1874520"/>
            <a:ext cx="4892040" cy="2286000"/>
          </a:xfrm>
          <a:prstGeom prst="roundRect">
            <a:avLst>
              <a:gd name="adj" fmla="val 3200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2130552"/>
            <a:ext cx="4325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AR page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local server.py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/api/lightbulb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Ditto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lightbulb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1874520"/>
            <a:ext cx="82296" cy="2286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0749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A21"/>
                </a:solidFill>
              </a:rPr>
              <a:t>Главная мысль: Grafana, 3D и AR — это разные способы смотреть на один цифровой двойник.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получилось в итоге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простая логика, много разных интерфейсов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2084832"/>
            <a:ext cx="1755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2295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A21"/>
                </a:solidFill>
              </a:rPr>
              <a:t>Источники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B7A"/>
                </a:solidFill>
              </a:rPr>
              <a:t>генератор, MQTT, внешний feed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2606040" y="2468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A34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90088" y="2084832"/>
            <a:ext cx="1755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2295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A21"/>
                </a:solidFill>
              </a:rPr>
              <a:t>OpenEgiz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B7A"/>
                </a:solidFill>
              </a:rPr>
              <a:t>twin, features, current state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18888" y="2468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A34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02936" y="2084832"/>
            <a:ext cx="1755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295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A21"/>
                </a:solidFill>
              </a:rPr>
              <a:t>История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B7A"/>
                </a:solidFill>
              </a:rPr>
              <a:t>InfluxDB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7031736" y="2468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A34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15784" y="2084832"/>
            <a:ext cx="1755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2088" y="2295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A21"/>
                </a:solidFill>
              </a:rPr>
              <a:t>Интерфейсы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34656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B7A"/>
                </a:solidFill>
              </a:rPr>
              <a:t>Grafana, 3D, AR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244584" y="2468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A34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28632" y="2084832"/>
            <a:ext cx="17556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4936" y="2295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A21"/>
                </a:solidFill>
              </a:rPr>
              <a:t>Аналитика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47504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B7A"/>
                </a:solidFill>
              </a:rPr>
              <a:t>ML prediction, anomaly, health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051560" y="43434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1A21"/>
                </a:solidFill>
              </a:rPr>
              <a:t>Цифровой двойник — это не картинка. Это живое состояние объекта, вокруг которого можно строить сервисы.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7620">
            <a:solidFill>
              <a:srgbClr val="DD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OpenEgiz Summer School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01400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теперь можно делать дальше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0120" y="203911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61288" y="19659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подключать свои устройства и источники данных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69748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6243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создавать свои twins под реальные объекты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335584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328269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строить dashboards под конкретные задачи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401421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9410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добавлять ML и AR как отдельные слои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5806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Материалы: github.com/aleka07/summer-school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OpenEgiz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летней школы OpenEgiz</dc:title>
  <dc:subject>Итоги летней школы OpenEgiz</dc:subject>
  <dc:creator>OpenEgiz Summer School</dc:creator>
  <cp:lastModifiedBy>OpenEgiz Summer School</cp:lastModifiedBy>
  <cp:revision>1</cp:revision>
  <dcterms:created xsi:type="dcterms:W3CDTF">2026-05-21T05:10:05Z</dcterms:created>
  <dcterms:modified xsi:type="dcterms:W3CDTF">2026-05-21T05:10:05Z</dcterms:modified>
</cp:coreProperties>
</file>